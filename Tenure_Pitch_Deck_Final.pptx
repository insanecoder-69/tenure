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96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TENURE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Reviewer That Earns Trust Over Time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learns your team's coding standards from every Accept &amp; Reject — and graduates conventions from suggestions to merge-blocking rules through proof alone.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20116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 3 Super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23744" y="3749040"/>
            <a:ext cx="20116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Hindsight Cloud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81728" y="3749040"/>
            <a:ext cx="20116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Vercel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39712" y="3749040"/>
            <a:ext cx="20116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Vatsal Trivedi · Vraj Patel · Rutul Patel   |   HackBaroda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AI Reviewer Resets to Zero.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630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Lost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conventions live in heads, not tools. One departure wipes years of accumulated standards.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630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Reviewers Are Stateless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starts from zero. They flag things your team already decided to ignore — forever.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Sets 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irrelevant flags teach developers to dismiss all AI feedback entirely. The tool becomes noise.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Tenure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code reviewer that watches how your team responds to suggestions — and updates its own standards accordingly.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92608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73152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hint  ·  Proof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2679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92608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7315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 ·  Proof 3–4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3593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92608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73152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94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merge  ·  Proof 5+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1737360"/>
            <a:ext cx="48463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7373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89120" y="18470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3× → Tenure goes silent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2542032"/>
            <a:ext cx="48463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5420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89120" y="26517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consistently → Graduates to BLOCK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3346704"/>
            <a:ext cx="48463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334670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0" y="34564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 files, no YAML, no setup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40480" y="4151376"/>
            <a:ext cx="48463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415137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389120" y="42611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Always-live — no replay, no faking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Two-Layer Memory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8404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3840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team preferences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356616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 use early returns"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356616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magic numbers"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356616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912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"Prefer named exports"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621024"/>
            <a:ext cx="356616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21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"console.log banned in prod"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356616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50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"Always typed catch params"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8404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417320"/>
            <a:ext cx="3840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FACTS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Tenure's own learned outcomes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331720"/>
            <a:ext cx="356616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"console.log flags → accepted 7×"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761488"/>
            <a:ext cx="356616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"inline-comment → rejected 3×"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191256"/>
            <a:ext cx="356616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1912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"naming → accepted consistently"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3621024"/>
            <a:ext cx="356616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621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"async-error → BLOCK tier"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4050792"/>
            <a:ext cx="356616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4050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"semicolons → no strong signal"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consolidate into weighted Observations → Hindsight synthesises Mental Models → Trust Tiers assigned automatically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MOMENTS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Moments That Prove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74320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600200"/>
            <a:ext cx="731520" cy="73152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Self-Suppression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999232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108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rejections of a category, Tenure stops flagging it entirely. It learned. No config change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74320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600200"/>
            <a:ext cx="731520" cy="7315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Handling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37560" y="2999232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108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behavior contradicts a prior belief? Memory revises with evidence. It doesn't average — it updates.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74320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600200"/>
            <a:ext cx="731520" cy="7315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to BLOCK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2999232"/>
            <a:ext cx="2286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108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suggestion earns merge-blocking status through proof alone. Team consistency = authorization to block.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Full-Featured, Always-Live Agent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7432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code — plain, partial diff, or unified format. Auto-normalized.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7432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0116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replay mode. No passphrase. Always running against real Hindsight memory.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7432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20116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run, conventions learned, issues caught, acceptance rate — live at top.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27432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Health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metric: tier-weighted conventions × acceptance rate. Color-coded progress bar.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27432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4904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stats survive restarts and cold starts via Upstash Redis counters.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7432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657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Serverless-safe per-IP limits: 100 reviews, 300 feedback, 30 reflect calls/day.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321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53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453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Vercel-deployable · API routes as serverless functions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8321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21408"/>
            <a:ext cx="54864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 3 Super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41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OpenRouter · OpenAI-compatible · Structured JSON output · Free tier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8321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25496"/>
            <a:ext cx="54864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Hindsight Cloud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862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1455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Facts · Experience Facts · Observation consolidation · Mental Models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8321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29584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8496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Serverless-safe · REST API · Persistent counters across cold starts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8321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33672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5537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· Zero-config CI/CD · Git-connected · Global CDN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Had to Solve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8321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5361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Memory Consolidation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Hindsight retain() takes 10–30s. Seeding script needed bounded waitForProcessing() with 20s timeout to prevent race conditions.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321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404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Rate Limiting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resets in-memory state per invocation. Switched to Upstash Redis for persistent counters across cold starts.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321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273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Parsing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sometimes wrapped JSON in markdown fences. Built safe stripping + graceful fallback parser.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83210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41422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Format Normalization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434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paste plain code, partial diffs, or full unified diffs. Auto-detection and normalization handles all three transparently.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We'd Build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444752"/>
            <a:ext cx="2743200" cy="15087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609344"/>
            <a:ext cx="457200" cy="45720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09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directly on pull requests as a GitHub App, living inside the existing review workflow.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44752"/>
            <a:ext cx="2743200" cy="1508760"/>
          </a:xfrm>
          <a:prstGeom prst="rect">
            <a:avLst/>
          </a:prstGeom>
          <a:solidFill>
            <a:srgbClr val="1E293B"/>
          </a:solidFill>
          <a:ln w="1016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609344"/>
            <a:ext cx="457200" cy="45720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609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 Convention Banks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76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Hindsight banks per repository — frontend and backend teams build independent standards.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44752"/>
            <a:ext cx="2743200" cy="150876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609344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1609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Onboarding Mode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76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Tenure's memory from existing merged PR history so it starts informed, not blank.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36392"/>
            <a:ext cx="2743200" cy="150876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300984"/>
            <a:ext cx="457200" cy="4572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300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8679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teammates consistently disagree, surface the conflict instead of letting proof counts cancel out.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136392"/>
            <a:ext cx="2743200" cy="1508760"/>
          </a:xfrm>
          <a:prstGeom prst="rect">
            <a:avLst/>
          </a:prstGeom>
          <a:solidFill>
            <a:srgbClr val="1E293B"/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300984"/>
            <a:ext cx="457200" cy="457200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300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679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conventions are trending toward BLOCK, which are suppressed, and which are contested.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agents remember.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Tenure earns trust.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423160"/>
            <a:ext cx="34747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4231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github.com/InsaneCoder-69/tenure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2423160"/>
            <a:ext cx="34747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4231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tenure-green.vercel.app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 HackBaroda 2026 by Vatsal Trivedi · Vraj Patel · Rutul Patel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 NVIDIA Nemotron 3 Super · Hindsight Cloud · Next.js · Upstash Redis · Vercel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845</Words>
  <Application>Microsoft Macintosh PowerPoint</Application>
  <PresentationFormat>On-screen Show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Tenure - AI Code Reviewer</dc:title>
  <dc:subject>PptxGenJS Presentation</dc:subject>
  <dc:creator>PptxGenJS</dc:creator>
  <cp:lastModifiedBy>Microsoft Office User</cp:lastModifiedBy>
  <cp:revision>2</cp:revision>
  <dcterms:created xsi:type="dcterms:W3CDTF">2026-06-07T14:47:09Z</dcterms:created>
  <dcterms:modified xsi:type="dcterms:W3CDTF">2026-06-07T14:50:21Z</dcterms:modified>
</cp:coreProperties>
</file>